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la sesión y su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brevemente el propósito del workshop: validar alcance, expectativas y entregables. Recalque que el objetivo es identificar riesgos de datos y mapearlos a soluciones de Microsoft Purview. Termine preguntando si hay objetivos adicionales que el cliente quiera añadir.</a:t>
            </a:r>
          </a:p>
          <a:p/>
          <a:p>
            <a:r>
              <a:t>Fuentes: documents/DS-12-Pre-sales Call - v8.5.pptx, documents/DS-00-MasterDeliveryGuide - v8.5.docx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Detalle qué módulos están incluidos por defecto y cuáles son optativos. Explique el beneficio de los módulos opcionales (p. ej. escaneo on‑premises o monitorización de endpoints) y aclare el modo "discover only" para clientes que no quieren cambios en sus datos durante el análisis.</a:t>
            </a:r>
          </a:p>
          <a:p/>
          <a:p>
            <a:r>
              <a:t>Fuentes: documents/DS-00-MasterDeliveryGuide - v8.5.docx, documents/DS-40-Pre-Engagement and Kickoff deck - v8.5.pptx, documents/DS-41-Close-out deck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Pida al cliente que confirme los contactos clave (data stewards, compliance) y el método para compartir evidencias. Insista en la necesidad de informes de uso y revisión de permisos para evaluar riesgos de sobreexposición. Verifique requisitos regulatorios específicos que deban considerarse durante el análisis.</a:t>
            </a:r>
          </a:p>
          <a:p/>
          <a:p>
            <a:r>
              <a:t>Fuentes: documents/FY27 Security Discovery Matrix.xlsx, documents/DS-40-Pre-Engagement and Kickoff deck - v8.5.pptx, documents/DS-12-Pre-sales Call - v8.5.pptx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las capacidades técnicas de detección: tipos sensibles preconfigurados, entidades nombradas y clasificadores entrenables. Dé ejemplos breves (p. ej. detección de SSN, credenciales). Señale el uso conjunto con DLP y auto‑etiquetado para controles posteriores.</a:t>
            </a:r>
          </a:p>
          <a:p/>
          <a:p>
            <a:r>
              <a:t>Fuentes: documents/DS-40-Pre-Engagement and Kickoff deck - v8.5.pptx, documents/DS-12-Pre-sales Call - v8.5.pptx, documents/DS-07-Module Delivery Guide-Windows Endpoints - v8.5.1.docx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Describa el flujo operativo: ejecución del scanner (on‑premises cuando aplique), parámetros recomendados para minimizar impacto y el enfoque de análisis en dos pasos. Muestre por qué empezamos con un "quick scan" y cuándo profundizar con análisis detallado usando las guías por módulo. Finalice indicando próximos pasos y responsables para entregar resultados y recomendaciones.</a:t>
            </a:r>
          </a:p>
          <a:p/>
          <a:p>
            <a:r>
              <a:t>Fuentes: documents/DS-06-Module Delivery Guide-On-premises - v8.5.docx, documents/DS-07-Module Delivery Guide-Windows Endpoints - v8.5.1.docx, documents/DS-03-Module Delivery Guide-Teams - v8.5.1.docx, documents/DS-00-MasterDeliveryGuide - v8.5.docx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01 Kickoff · Aenor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Frontier Accelerate for Security · Envisioning &amp;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Kickoff: objetivos de la sesión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Presentar la visión y alcance del Data Security Check y del engagement de seguridad.</a:t>
            </a:r>
          </a:p>
          <a:p>
            <a:pPr>
              <a:defRPr sz="2000"/>
            </a:pPr>
            <a:r>
              <a:t>Alinear objetivos: identificar riesgos de protección de datos y proponer mitigaciones basadas en Microsoft Purview.</a:t>
            </a:r>
          </a:p>
          <a:p>
            <a:pPr>
              <a:defRPr sz="2000"/>
            </a:pPr>
            <a:r>
              <a:t>Definir próximos pasos y entregables: descubrimiento automatizado, análisis y recomendaciones.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Alcance y módulos del Data Security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Módulos obligatorios (ej.: Exchange, SharePoint, Teams, Insider Risk Discovery) y módulos opcionales según contexto del cliente.</a:t>
            </a:r>
          </a:p>
          <a:p>
            <a:pPr>
              <a:defRPr sz="2000"/>
            </a:pPr>
            <a:r>
              <a:t>Módulos opcionales relevantes al dominio: Purview Information Protection scanner (on‑premises), Windows Endpoints, Compliance Manager.</a:t>
            </a:r>
          </a:p>
          <a:p>
            <a:pPr>
              <a:defRPr sz="2000"/>
            </a:pPr>
            <a:r>
              <a:t>Modo "Discover only": no se aplican cambios a los datos (sin encriptación ni protección automática) cuando se requiere descubrimiento sin impacto.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Prerequisitos del cliente y evidencias necesarias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Identificar responsables de datos, cumplimiento e IA y aprobar accesos para revisar evidencia del tenant.</a:t>
            </a:r>
          </a:p>
          <a:p>
            <a:pPr>
              <a:defRPr sz="2000"/>
            </a:pPr>
            <a:r>
              <a:t>Proveer informes de uso/compartido, revisiones de permisos o ejemplos para evaluar sobreexposición y accesos amplios.</a:t>
            </a:r>
          </a:p>
          <a:p>
            <a:pPr>
              <a:defRPr sz="2000"/>
            </a:pPr>
            <a:r>
              <a:t>Confirmar requisitos regulatorios/geográficos aplicables (GDPR, CCPA) e industriales (PCI‑DSS, HIPAA) que afecten el alcance.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Capacidades de detección y clasificadores disponibles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Más de 300 tipos de información sensible out‑of‑the‑box (ej.: SSN, CCN) y soporte para regex, palabras clave y diccionarios.</a:t>
            </a:r>
          </a:p>
          <a:p>
            <a:pPr>
              <a:defRPr sz="2000"/>
            </a:pPr>
            <a:r>
              <a:t>50+ entidades nombradas y clasificadores entrenables (23 GA + 15 en preview) y posibilidad de crear clasificadores personalizados basados en datos del negocio.</a:t>
            </a:r>
          </a:p>
          <a:p>
            <a:pPr>
              <a:defRPr sz="2000"/>
            </a:pPr>
            <a:r>
              <a:t>42 Sensitive Info Types para credenciales digitales; uso en auto‑etiquetado y políticas DLP. DLP para endpoints puede monitorizar Office/PDF/CSV en Windows 11.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 de descubrimiento y análisis de hallazgos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Uso del Microsoft Purview Information Protection scanner para repositorios on‑premises (servicio en Windows Server; requiere SQL Server).</a:t>
            </a:r>
          </a:p>
          <a:p>
            <a:pPr>
              <a:defRPr sz="2000"/>
            </a:pPr>
            <a:r>
              <a:t>Configuración recomendada para descubrimiento: Policy only; Treat recommended labeling = Off; Enable DLP rules = Off; Enforce sensitivity labeling policy = Off.</a:t>
            </a:r>
          </a:p>
          <a:p>
            <a:pPr>
              <a:defRPr sz="2000"/>
            </a:pPr>
            <a:r>
              <a:t>Análisis en dos fases: quick scan con dashboards para identificar tendencias; análisis detallado con logs/exportados y guías por módulo. Enfocar hallazgos en PII, datos financieros, datos custom y actividades de usuario riesgosas.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