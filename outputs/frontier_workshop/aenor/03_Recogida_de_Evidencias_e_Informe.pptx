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 la sesión y su objetivo.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Explique que el primer paso es la recolección ordenada: copiar los reportes y logs en carpetas locales según las instrucciones del proyecto. Cite ejemplos de evidencias esperadas (uso compartido, cobertura de etiquetas, revisión de permisos) y recuerde que algunos módulos requieren artefactos específicos. Señale que esto sigue lo indicado en la guía maestra y la matriz de descubrimiento (DA-02…DA-05).</a:t>
            </a:r>
          </a:p>
          <a:p/>
          <a:p>
            <a:r>
              <a:t>Fuentes: DS-00-MasterDeliveryGuide - v8.5.docx, FY27 Security Discovery Matrix.xlsx, DS-06-Module Delivery Guide-On-premises - v8.5.docx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Describa las herramientas que generan las evidencias: Purview y el scanner on‑premises. Explique requisitos técnicos básicos (ej. servicio en Windows Server y SQL Server) y la razón de usar 'Discover only' y configuraciones como 'Policy only' para minimizar impacto durante la recolección, citando la guía de módulo on‑premises y la presentación de pre‑engagement.</a:t>
            </a:r>
          </a:p>
          <a:p/>
          <a:p>
            <a:r>
              <a:t>Fuentes: DS-06-Module Delivery Guide-On-premises - v8.5.docx, DS-40-Pre-Engagement and Kickoff deck - v8.5.pptx, DS-41-Close-out deck - v8.5.pptx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Explique las categorías de riesgo que el equipo debe priorizar (PII, financieros, datos personalizados) y qué patrones concretos buscar en los dashboards (alto volumen, personas clave, uso de gen‑AI). Presente brevemente la capacidad de detección: tipos sensibles, entidades y clasificadores disponibles, para que la audiencia entienda la cobertura técnica de las detecciones.</a:t>
            </a:r>
          </a:p>
          <a:p/>
          <a:p>
            <a:r>
              <a:t>Fuentes: DS-00-MasterDeliveryGuide - v8.5.docx, DS-40-Pre-Engagement and Kickoff deck - v8.5.pptx, DS-12-Pre-sales Call - v8.5.pptx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 presentar, describa el flujo recomendado: empezar por una revisión rápida de dashboards para priorizar, luego profundizar con archivos exportados. Recalque la necesidad de ejecutar las actividades de Step 4 en cada guía modular antes de pasar al informe (mencione Exchange, Teams, Endpoints y On‑premises como ejemplos).</a:t>
            </a:r>
          </a:p>
          <a:p/>
          <a:p>
            <a:r>
              <a:t>Fuentes: DS-03-Module Delivery Guide-Teams - v8.5.1.docx, DS-07-Module Delivery Guide-Windows Endpoints - v8.5.1.docx, DS-00-MasterDeliveryGuide - v8.5.docx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Explique cómo convertir el análisis en un informe y una presentación de cierre: describir riesgo, impacto y propuestas de mitigación enlazadas a productos Purview (DLP, Information Protection, Insider Risk). Indique que se deben actualizar las diapositivas de cierre según los módulos ejecutados y asegurarse de que responsables de datos puedan revisar las evidencias (acceso aprobado y método para compartir). Termine con recomendaciones y próximos pasos concretos para el cliente.</a:t>
            </a:r>
          </a:p>
          <a:p/>
          <a:p>
            <a:r>
              <a:t>Fuentes: DS-41-Close-out deck - v8.5.pptx, DS-00-MasterDeliveryGuide - v8.5.docx, DS-12-Pre-sales Call - v8.5.pptx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03 Recogida de Evidencias e Informe · Aenor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Frontier Accelerate for Security · Envisioning &amp; POC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Recolecta de evidencias: qué y cómo recopilar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Reunir informes y ficheros de log generados por el proceso Automated Discovery (Data Security Check).</a:t>
            </a:r>
          </a:p>
          <a:p>
            <a:pPr>
              <a:defRPr sz="2000"/>
            </a:pPr>
            <a:r>
              <a:t>Exportar y almacenar los reportes y logs en carpetas locales preparadas antes del análisis.</a:t>
            </a:r>
          </a:p>
          <a:p>
            <a:pPr>
              <a:defRPr sz="2000"/>
            </a:pPr>
            <a:r>
              <a:t>Incluir evidencias por módulo: informes de uso/compartición, cobertura de etiquetas, revisión de permisos y ejemplos de acceso.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Herramientas y configuraciones clave para la recolección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Microsoft Purview: portal, dashboards y productos (Information Protection scanner, DLP, Insider Risk).</a:t>
            </a:r>
          </a:p>
          <a:p>
            <a:pPr>
              <a:defRPr sz="2000"/>
            </a:pPr>
            <a:r>
              <a:t>Purview Information Protection scanner para repositorios on‑premises (servicio en Windows Server, requiere SQL Server).</a:t>
            </a:r>
          </a:p>
          <a:p>
            <a:pPr>
              <a:defRPr sz="2000"/>
            </a:pPr>
            <a:r>
              <a:t>Modo "Discover only" y ajustes recomendados: 'Policy only' en scanner, etiquetado recomendado OFF y reglas DLP OFF para solo identificar contenido.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Qué buscar en los hallazgos: tipos de riesgo y señales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Riesgos esperados: PII (documentos de identidad), datos financieros (n.º de tarjeta, cuentas), y datos sensibles definidos por el cliente.</a:t>
            </a:r>
          </a:p>
          <a:p>
            <a:pPr>
              <a:defRPr sz="2000"/>
            </a:pPr>
            <a:r>
              <a:t>Señales de alto impacto: volúmenes altos de intercambio, usuarios con actividad atípica, interacciones con aplicaciones de IA generativa.</a:t>
            </a:r>
          </a:p>
          <a:p>
            <a:pPr>
              <a:defRPr sz="2000"/>
            </a:pPr>
            <a:r>
              <a:t>Las detecciones se basan en tipos sensibles: 300+ info types out‑of‑box, 50+ entidades nombradas, clasificadores entrenables y 42 SITs de credenciales.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Análisis de hallazgos: método en dos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Paso 1 — 'Quick scan' usando dashboards y vistas previas para identificar patrones y eventos de mayor impacto.</a:t>
            </a:r>
          </a:p>
          <a:p>
            <a:pPr>
              <a:defRPr sz="2000"/>
            </a:pPr>
            <a:r>
              <a:t>Paso 2 — Análisis detallado exportando logs y reportes para investigar artefactos y evidencias concretas.</a:t>
            </a:r>
          </a:p>
          <a:p>
            <a:pPr>
              <a:defRPr sz="2000"/>
            </a:pPr>
            <a:r>
              <a:t>Completar análisis por módulo siguiendo las guías específicas (Exchange, Teams, Endpoints, On‑premises) antes del informe final.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Presentación de resultados y redacción del informe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Mapear hallazgos a impactos y recomendaciones técnicas (usar la cartera Purview para mitigación).</a:t>
            </a:r>
          </a:p>
          <a:p>
            <a:pPr>
              <a:defRPr sz="2000"/>
            </a:pPr>
            <a:r>
              <a:t>Incluir en el cierre: descripción del riesgo, impacto/ consecuencias, soluciones tecnológicas sugeridas y próximos pasos.</a:t>
            </a:r>
          </a:p>
          <a:p>
            <a:pPr>
              <a:defRPr sz="2000"/>
            </a:pPr>
            <a:r>
              <a:t>Preparar diapositivas de cierre adaptadas a los módulos ejecutados y dejar evidencias y artefactos listos para revisión por responsables de datos y cumplimiento.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